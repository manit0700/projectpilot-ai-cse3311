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777240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4200" b="1">
                <a:solidFill>
                  <a:srgbClr val="0F172A"/>
                </a:solidFill>
                <a:latin typeface="Aptos"/>
              </a:defRPr>
            </a:pPr>
            <a:r>
              <a:t>ProjectPilot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8046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000" b="0">
                <a:solidFill>
                  <a:srgbClr val="475569"/>
                </a:solidFill>
                <a:latin typeface="Aptos"/>
              </a:defRPr>
            </a:pPr>
            <a:r>
              <a:t>Iteration 1 presentation starts with the live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057400"/>
            <a:ext cx="2331720" cy="38404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Repo version: da43cd6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057400"/>
            <a:ext cx="2971800" cy="38404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Demo backup: docs/demo-recordings</a:t>
            </a:r>
          </a:p>
        </p:txBody>
      </p:sp>
      <p:pic>
        <p:nvPicPr>
          <p:cNvPr id="6" name="Picture 5" descr="01-new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05840"/>
            <a:ext cx="4709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2834640"/>
            <a:ext cx="5120640" cy="16459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Open http://localhost:3000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Click Run guided workflow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Show requirements, tasks, agents, review, feedback, and final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Live Demo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What the audience should see before the slides</a:t>
            </a:r>
          </a:p>
        </p:txBody>
      </p:sp>
      <p:pic>
        <p:nvPicPr>
          <p:cNvPr id="4" name="Picture 3" descr="02-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2578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08760"/>
            <a:ext cx="4754880" cy="1920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The manager agent turns one project idea into requirements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The user approves or edits each requirement before task planning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The system keeps visible checkpoints instead of hidden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4297680" cy="502920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Demo point: human approval before the task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What Changed After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Main fixes from professor and Team 6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234440"/>
          <a:ext cx="108813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23760"/>
              </a:tblGrid>
              <a:tr h="6781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Feedback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 in Iteration 1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Target user was unclear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Focused on students building small software projects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Workflow was hard to follow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Added eight-step screen flow and guided demo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Agent communication was unclear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Defined shared context, dependencies, expected output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Risk and competitors were missing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Added risk exposure and competitor comparison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Prototype was shown too briefly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Presentation starts with a live walkthrough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Target User And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Students need help turning ideas into a clear software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29718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First users: students building class projects, hackathon apps, or portfolio apps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Problem: project planning requires requirements, task order, dependencies, and review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Common pain: students ask a chatbot for help, then manually coordinate the work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ProjectPilot keeps the plan, task flow, and review checkpoints in one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234440"/>
            <a:ext cx="4206240" cy="2971800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508760"/>
            <a:ext cx="3383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200" b="1">
                <a:solidFill>
                  <a:srgbClr val="00534B"/>
                </a:solidFill>
                <a:latin typeface="Aptos"/>
              </a:defRPr>
            </a:pPr>
            <a:r>
              <a:t>Scope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920240"/>
            <a:ext cx="3383280" cy="16459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Single user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Course-sized software projects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Planning and review first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No full autonomous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Iteration 1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prototype now covers the full planning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Project idea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Clarifying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Requirement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234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Task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Agent 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77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Output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Feedback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377440"/>
            <a:ext cx="2331720" cy="566928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Final plan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86200"/>
            <a:ext cx="3291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Current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15968"/>
            <a:ext cx="9875520" cy="10972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Mock agent responses keep the class demo reliable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The MVP does not call a live AI API yet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The app produces a plan, not deployed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Task Breakdown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Manager agent creates dependency-ordered work</a:t>
            </a:r>
          </a:p>
        </p:txBody>
      </p:sp>
      <p:pic>
        <p:nvPicPr>
          <p:cNvPr id="4" name="Picture 3" descr="03-task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960120"/>
            <a:ext cx="608076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325880"/>
            <a:ext cx="4343400" cy="2651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Tasks have an owner agent, dependencies, and expected output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Database and API planning unblock later UI wiring and tests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Users can edit task details before agents run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The plan only runs after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343400"/>
            <a:ext cx="3931920" cy="502920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Key improvement: screen flow is now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Agent Communication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Each specialist receives the same project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15568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800600"/>
                <a:gridCol w="4892040"/>
              </a:tblGrid>
              <a:tr h="5657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Agent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Responsibility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Returned output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Manager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Requirements, tasks, dependencies, approvals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Plan updates and notes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Frontend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Screens, UI states, client interactions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UI plan and edge cases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Backend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Endpoints, validation,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API plan and handler outline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Entities, fields, relationships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Data model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Testing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Acceptance checks and demo cases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Test checklist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Documentation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Setup, workflow, privacy notes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README outline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Missing items and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Flags and suggestions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897880"/>
            <a:ext cx="10789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Aptos"/>
              </a:defRPr>
            </a:pPr>
            <a:r>
              <a:t>Shared input: task id, description, dependencies, expected output, constraints, and approved 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Review And Revision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prototype keeps user approval after agent output</a:t>
            </a:r>
          </a:p>
        </p:txBody>
      </p:sp>
      <p:pic>
        <p:nvPicPr>
          <p:cNvPr id="4" name="Picture 3" descr="04-review-out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960120"/>
            <a:ext cx="58064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280160"/>
            <a:ext cx="4526280" cy="25603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Review Agent flags missing items and conflicts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Each output needs user approval or revision request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Revised outputs return to pending review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Final plan uses only accepted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51960"/>
            <a:ext cx="4069080" cy="502920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Human oversight is part of the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Competitor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project stands out by focusing on student workflow and approvals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70432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48640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Tool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Gap we target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ChatGPT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General help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User coordinates tasks manually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Codex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Strong coding assistant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Less focused on project planning flow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ChatDev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Multi-agent software simulation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Broad and less classroom focused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MetaGPT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Structured agent framework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Complex for beginners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Devika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Autonomous coding agent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Less emphasis on approval checkpoints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CrewAI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Agent framework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Not an end-user student project app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650992"/>
            <a:ext cx="104241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00534B"/>
                </a:solidFill>
                <a:latin typeface="Aptos"/>
              </a:defRPr>
            </a:pPr>
            <a:r>
              <a:t>Positioning: a student-facing planning workspace with visible task flow, review, and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Risk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Highest risk is a wrong task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1280160"/>
                <a:gridCol w="1417320"/>
                <a:gridCol w="5166360"/>
              </a:tblGrid>
              <a:tr h="6781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Effect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96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Wrong task breakdown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20 hrs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8.0 hrs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Approve plan before agents run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Outputs do not integrate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18 hrs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6.3 hrs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Shared context and Review Agent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Unclear requirements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14 hrs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4.2 hrs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Clarifying questions first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API integration delay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16 hrs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4.0 hrs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Mock responses until API works</a:t>
                      </a:r>
                    </a:p>
                  </a:txBody>
                  <a:tcPr marL="64008" marR="64008" marT="36576" marB="36576">
                    <a:solidFill>
                      <a:srgbClr val="F1F5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Scope too broad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15 hrs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4.5 hrs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Student project MVP only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577840"/>
            <a:ext cx="10789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Aptos"/>
              </a:defRPr>
            </a:pPr>
            <a:r>
              <a:t>Risk exposure uses RE = probability x effect. Effect and exposure are extra team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User Feedback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next class step is quick feedback on the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5577840" cy="29718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Ask 3 to 5 students to use the guided workflow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Record which screen was confusing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Ask whether task approval should happen before agents run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Ask which output would make the system trustworthy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Use feedback to prioritize Iteration 2 UI and API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234440"/>
            <a:ext cx="3931920" cy="3017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508760"/>
            <a:ext cx="329184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Iteration 2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920240"/>
            <a:ext cx="3108960" cy="16002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Connect real AI API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Save projects after refresh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Create GitHub issues from tasks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Improve visual agent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"/>
              </a:defRPr>
            </a:pPr>
            <a:r>
              <a:t>Submission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86968"/>
            <a:ext cx="8961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Files are in GitHub with versioned code and demo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164592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Repository: github.com/manit0700/projectpilot-ai-cse3311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Version for presentation: da43cd6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Demo backup video: docs/demo-recordings/projectpilot-ai-demo.webm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Written instructions: docs/GITHUB_TEAM_INSTRUCTIONS.md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29000"/>
            <a:ext cx="18288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40480"/>
            <a:ext cx="9966960" cy="1325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Professor lecture guidance from CSE 3311 meeting transcript, September 17, 2026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Team 6 inception review action items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Competitor references: ChatGPT, Codex, ChatDev, MetaGPT, Devika, CrewAI public project/product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532120"/>
            <a:ext cx="1280160" cy="502920"/>
          </a:xfrm>
          <a:prstGeom prst="roundRect">
            <a:avLst/>
          </a:prstGeom>
          <a:solidFill>
            <a:srgbClr val="E0FB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534B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Aptos"/>
              </a:defRPr>
            </a:pPr>
            <a:r>
              <a:t>ProjectPilot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