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258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111827"/>
                </a:solidFill>
                <a:latin typeface="Aptos"/>
              </a:rPr>
              <a:t>ProjectPilot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2563EB"/>
                </a:solidFill>
                <a:latin typeface="Aptos"/>
              </a:rPr>
              <a:t>Iteration 1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0">
                <a:solidFill>
                  <a:srgbClr val="111827"/>
                </a:solidFill>
                <a:latin typeface="Aptos"/>
              </a:rPr>
              <a:t>AI project manager for student software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Aptos"/>
              </a:rPr>
              <a:t>Team 5 | CSE 3311 | Iteration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Project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ProjectPilot AI helps one student turn a software idea into a clear development plan.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A manager agent asks clarifying questions, creates requirements, and breaks work into tasks.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Specialized agents help with frontend, backend, testing, documentation, and review.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The user stays in control through approval and feedback checkpoints.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32120"/>
            <a:ext cx="10149840" cy="502920"/>
          </a:xfrm>
          <a:prstGeom prst="rect">
            <a:avLst/>
          </a:prstGeom>
          <a:solidFill>
            <a:srgbClr val="EFF6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Aptos"/>
              </a:rPr>
              <a:t>Updated direction: student-focused, single-user, course-project sized.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Students often start with an idea but no clear task plan.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General chatbots can answer prompts, but the user still coordinates the project manually.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Task order, dependencies, and review steps are easy to miss.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Small projects can lose time because planning and feedback happen in separate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Target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Primary users: students building small software projects.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Project examples: class assignments, hackathon apps, portfolio projects.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First version supports one user, not team collaboration.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The system focuses on planning, task breakdown, review, and revision.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32120"/>
            <a:ext cx="10149840" cy="502920"/>
          </a:xfrm>
          <a:prstGeom prst="rect">
            <a:avLst/>
          </a:prstGeom>
          <a:solidFill>
            <a:srgbClr val="EFF6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Aptos"/>
              </a:rPr>
              <a:t>This target user fixes the previous unclear-user issue.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MVP Feature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Feature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What the first version must do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Project idea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User enters a short software project idea.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Clarifying 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Manager agent asks for missing requirements.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Task breakdown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Manager agent creates tasks and dependencies.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Agent assignment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Tasks map to frontend, backend, testing, docs, or review.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Human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User approves requirements, task plan, and outputs.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Feedback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User requests changes and affected tasks update.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Core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UC1: User creates a project idea.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UC2: System asks clarifying questions.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UC3: Manager agent creates a requirements summary.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UC4: Manager agent creates a task breakdown.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UC5: User approves or edits the task plan.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UC6: Specialized agents produce task outputs.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UC7: Review agent checks consistency.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UC8: User gives feedback and the system revises.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74519"/>
            <a:ext cx="13258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Idea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874519"/>
            <a:ext cx="13258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3320" y="1874519"/>
            <a:ext cx="13258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Task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874519"/>
            <a:ext cx="13258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Agent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1874519"/>
            <a:ext cx="13258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874519"/>
            <a:ext cx="13258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04120" y="1874519"/>
            <a:ext cx="13258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Revision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532120"/>
            <a:ext cx="10149840" cy="502920"/>
          </a:xfrm>
          <a:prstGeom prst="rect">
            <a:avLst/>
          </a:prstGeom>
          <a:solidFill>
            <a:srgbClr val="EFF6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Aptos"/>
              </a:rPr>
              <a:t>The manager agent keeps the plan visible. The user can stop the flow at approval and feedback points.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532120"/>
            <a:ext cx="10149840" cy="502920"/>
          </a:xfrm>
          <a:prstGeom prst="rect">
            <a:avLst/>
          </a:prstGeom>
          <a:solidFill>
            <a:srgbClr val="EFF6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Aptos"/>
              </a:rPr>
              <a:t>The next demo should walk through these screens in this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Manager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Owns the shared project context.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Turns the user goal into requirements and tasks.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Adds dependencies so blocked work waits for prerequisite outputs.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Sends each agent a task, expected output, constraints, and required context.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Collects outputs and sends conflicts to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Agent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Aptos"/>
                        </a:rPr>
                        <a:t>Step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Aptos"/>
                        </a:rPr>
                        <a:t>Information passed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Manager to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Task, dependency, expected output, constraints, shared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Agent to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Completed output, assumptions, missing information, confidence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Manager to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All outputs plus dependency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Review to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Conflicts, missing pieces, suggested fixes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Manager to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Readable status, review result, approval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Layer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Responsibility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Frontend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Project input, task board, review screens, feedback controls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Backend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Stores projects, tasks, outputs, reviews, and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Manager agent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Creates requirements, task graph, assignments, and revision 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Specialized agent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Produce frontend, backend, testing, documentation, or review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Shared context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Keeps approved requirements, dependency state, and agent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Review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Checks completeness, conflicts, missing fields, and user approval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Entity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Main fields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project id, title, target user, approved summary,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requirement id, project id, source, priority, approval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task id, owner agent, dependencies, expected output,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agent id, role, capability, current task, 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Agent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task id, summary, assumptions, files or sections, blockers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output id, consistency result, missing items, conflicts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user request, affected tasks, revision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Task Dependency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Dependency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Requirements before task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Tasks need approved scope.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Task generation before agent assignment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Agents need clear expected outputs.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Database plan before backend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API design depends on data structure.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Backend API before frontend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Frontend needs endpoints and response format.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Implementation before testing checklist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Tests must match implemented behavior.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Review before user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User needs conflict and missing-item report.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Human Approval Checkpoints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User approves the project summary before task generation.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User approves or edits the task breakdown before agents start.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User reviews agent outputs before integration.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User can reject, edit, or regenerate a task output.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Manager agent updates dependent tasks after feedback.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Failure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Aptos"/>
                        </a:rPr>
                        <a:t>Failure case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Aptos"/>
                        </a:rPr>
                        <a:t>System response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Agent timeout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Manager retries once, then marks task blocked.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Invalid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Review agent flags the issue and asks for regeneration.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Conflicting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Manager shows conflict and asks user to choose or revise.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Missing 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Manager asks a clarifying question.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API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Prototype can use mocked responses for the demo.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Conflict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Manager agent compares each output against approved requirements and dependency expectations.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Review agent flags conflicts such as mismatched API fields, duplicated tasks, or missing assumptions.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User sees a short conflict summary instead of raw agent discussion.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User can choose one output, edit the requirement, or request regeneration.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Manager agent updates affected downstream tasks after the decision.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Competitor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89120"/>
                <a:gridCol w="448056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Tool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Limitation for our target user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ProjectPilot difference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ChatGPT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User coordinates project manually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Keeps task plan and feedback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Codex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Strong coding help, less project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Focuses on planning and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ChatDev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Broad multi-agent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Targets student 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MetaGPT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More complex for beginners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Simpler student-facing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Devika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Autonomous coding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Human checkpoints stay central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CrewAI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Agent framework, not full student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End-user workflow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Why This Project Stands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Student-focused instead of enterprise-focused.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Single-user workflow that fits class projects.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Visible manager-agent task breakdown.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Human approval before major actions.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Feedback loop for corrections after AI output.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Course-sized MVP instead of a broad autonomous software company.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Risk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96012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  <a:gridCol w="1371600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Aptos"/>
                        </a:rPr>
                        <a:t>Probability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Aptos"/>
                        </a:rPr>
                        <a:t>Effect 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Aptos"/>
                        </a:rPr>
                        <a:t>RE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Wrong task breakdown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20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Agent outputs conflict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18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Unclear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14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API integration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16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Scope too broad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15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" y="5532120"/>
            <a:ext cx="10149840" cy="502920"/>
          </a:xfrm>
          <a:prstGeom prst="rect">
            <a:avLst/>
          </a:prstGeom>
          <a:solidFill>
            <a:srgbClr val="EFF6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Aptos"/>
              </a:rPr>
              <a:t>Risk exposure formula: RE = probability * effect. Effect is measured in extra team hours.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How we measure it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User acceptance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Percent of plans or outputs approved without major edits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Revision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Number of correction loops needed per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Task completion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Percent of generated tasks completed or reviewed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Conflict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Number of agent-output conflicts found by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Planning time saved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Manual planning time compared with ProjectPilot planning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Usefulness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Student rating after prototype walkthrough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Security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Do not store user API keys in plain text.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Warn users before they paste sensitive code, credentials, or private project files.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Require user approval before external actions such as repository changes or deployment.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Keep the MVP focused on planning and review instead of automatic production release.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Log agent outputs for debugging, but make user-controlled deletion part of future work.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Team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89120"/>
                <a:gridCol w="4480560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Aptos"/>
                        </a:rPr>
                        <a:t>Responsibility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Manager agent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Task breakdown, dependencies, agent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UI prototype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Screens and transitions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Backend and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Agent calls and data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Competitor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Alternatives, citations,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Testing and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Evaluation, risks, write-up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Iteration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89120"/>
                <a:gridCol w="448056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Iteration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Focus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Deliverable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Scope, workflow, competitors, risks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Updated 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Manager-agent planning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Task breakdown prototype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Specialized agent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Agent assignment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Feedback and revision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Correction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Integration and UI polish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Working MVP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Final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Testing and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ptos"/>
                        </a:rPr>
                        <a:t>Final demo and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User Feedback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Ask 3 to 5 students to review the workflow and prototype screens.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Ask whether the task breakdown helps with a class project.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Ask which screen is confusing.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Ask which task types are most useful.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Use results to adjust MVP scope and demo screens.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Demo Plan And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Demo flow: idea input, questions, task breakdown, agent board, review page, feedback page.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Key Q&amp;A: how agents communicate, how feedback works, how we differ from ChatDev and MetaGPT.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Main next build: manager-agent planning flow with human approval.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Presentation rule: show prototype screens slowly and explain each transition.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OpenAI API and Codex product documentation for AI-assisted development context.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ChatDev GitHub repository: https://github.com/OpenBMB/ChatDev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MetaGPT GitHub repository: https://github.com/geekan/MetaGPT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Devika GitHub repository: https://github.com/stitionai/devika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CrewAI website and pricing: https://crewai.com/pricing</a:t>
            </a:r>
          </a:p>
          <a:p>
            <a:pPr/>
            <a:r>
              <a:rPr sz="1800" b="0">
                <a:solidFill>
                  <a:srgbClr val="111827"/>
                </a:solidFill>
                <a:latin typeface="Aptos"/>
              </a:rPr>
              <a:t>Team 6 inception review spreadsheet and instructor presentation rubric.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